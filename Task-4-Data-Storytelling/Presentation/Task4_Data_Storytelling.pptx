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Business Sales Dashboard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200"/>
            </a:pPr>
            <a:r>
              <a:t>ApexPlanet Data Analytics Internship</a:t>
            </a:r>
            <a:br/>
            <a:r>
              <a:t>Task 4 – Data Storytelling</a:t>
            </a:r>
            <a:br/>
            <a:br/>
            <a:r>
              <a:t>Prepared By:</a:t>
            </a:r>
            <a:br/>
            <a:r>
              <a:t>Mandli Tejeswar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Data storytelling presents business data through visualizations to support decision-making.</a:t>
            </a:r>
            <a:br/>
            <a:br/>
            <a:r>
              <a:t>This project uses Power BI to analyze a cleaned sales dataset.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Analyze sales performance</a:t>
            </a:r>
            <a:br/>
            <a:r>
              <a:t>• Compare product categories</a:t>
            </a:r>
            <a:br/>
            <a:r>
              <a:t>• Analyze regional profit</a:t>
            </a:r>
            <a:br/>
            <a:r>
              <a:t>• Build an interactive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Dashboard Visuals:</a:t>
            </a:r>
            <a:br/>
            <a:r>
              <a:t>• Sales by Category</a:t>
            </a:r>
            <a:br/>
            <a:r>
              <a:t>• Profit by Region</a:t>
            </a:r>
            <a:br/>
            <a:r>
              <a:t>• Sales by Region</a:t>
            </a:r>
            <a:br/>
            <a:r>
              <a:t>• Total Sales</a:t>
            </a:r>
            <a:br/>
            <a:r>
              <a:t>• Total Profit</a:t>
            </a:r>
            <a:br/>
            <a:r>
              <a:t>• Region Slicer</a:t>
            </a:r>
            <a:br/>
            <a:br/>
            <a:r>
              <a:t>(Insert your dashboard screenshot here.)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Technology has the highest sales.</a:t>
            </a:r>
            <a:br/>
            <a:r>
              <a:t>• Furniture ranks second.</a:t>
            </a:r>
            <a:br/>
            <a:r>
              <a:t>• Office Supplies has the lowest sales.</a:t>
            </a:r>
            <a:br/>
            <a:r>
              <a:t>• West region has the highest profit.</a:t>
            </a:r>
            <a:br/>
            <a:r>
              <a:t>• Total Sales = 4065</a:t>
            </a:r>
            <a:br/>
            <a:r>
              <a:t>• Total Profit = 743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Increase investment in Technology.</a:t>
            </a:r>
            <a:br/>
            <a:r>
              <a:t>• Improve Office Supplies sales.</a:t>
            </a:r>
            <a:br/>
            <a:r>
              <a:t>• Focus promotions in South region.</a:t>
            </a:r>
            <a:br/>
            <a:r>
              <a:t>• Continue strong strategy in West region.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Power BI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Interactive dashboards</a:t>
            </a:r>
            <a:br/>
            <a:r>
              <a:t>• Easy visualization</a:t>
            </a:r>
            <a:br/>
            <a:r>
              <a:t>• Real-time insights</a:t>
            </a:r>
            <a:br/>
            <a:r>
              <a:t>• Better decision-making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The Power BI dashboard transforms raw sales data into meaningful insights and supports data-driven business decisions.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